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94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36ADA7-71A1-44A8-81BF-1B6CACFB7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066" y="1266092"/>
            <a:ext cx="5168371" cy="1134209"/>
          </a:xfrm>
        </p:spPr>
        <p:txBody>
          <a:bodyPr/>
          <a:lstStyle/>
          <a:p>
            <a:pPr algn="ctr"/>
            <a:r>
              <a:rPr lang="en-US" sz="7200" dirty="0" err="1" smtClean="0">
                <a:solidFill>
                  <a:srgbClr val="2F94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FinTrack</a:t>
            </a:r>
            <a:endParaRPr lang="ru-RU" sz="7200" dirty="0">
              <a:solidFill>
                <a:srgbClr val="2F94C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77C4633-7458-4F99-83F4-CB5107BC2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770" y="3569678"/>
            <a:ext cx="3985913" cy="136049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 smtClean="0">
                <a:solidFill>
                  <a:srgbClr val="2F94CE"/>
                </a:solidFill>
              </a:rPr>
              <a:t>Presented by: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2F94CE"/>
                </a:solidFill>
              </a:rPr>
              <a:t>Amit </a:t>
            </a:r>
            <a:r>
              <a:rPr lang="en-US" dirty="0" err="1" smtClean="0">
                <a:solidFill>
                  <a:srgbClr val="2F94CE"/>
                </a:solidFill>
              </a:rPr>
              <a:t>Baral</a:t>
            </a:r>
            <a:endParaRPr lang="en-US" dirty="0" smtClean="0">
              <a:solidFill>
                <a:srgbClr val="2F94CE"/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 err="1" smtClean="0">
                <a:solidFill>
                  <a:srgbClr val="2F94CE"/>
                </a:solidFill>
              </a:rPr>
              <a:t>Sangam</a:t>
            </a:r>
            <a:r>
              <a:rPr lang="en-US" dirty="0" smtClean="0">
                <a:solidFill>
                  <a:srgbClr val="2F94CE"/>
                </a:solidFill>
              </a:rPr>
              <a:t> </a:t>
            </a:r>
            <a:r>
              <a:rPr lang="en-US" dirty="0" err="1" smtClean="0">
                <a:solidFill>
                  <a:srgbClr val="2F94CE"/>
                </a:solidFill>
              </a:rPr>
              <a:t>Subedi</a:t>
            </a:r>
            <a:endParaRPr lang="en-US" dirty="0" smtClean="0">
              <a:solidFill>
                <a:srgbClr val="2F94CE"/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 err="1" smtClean="0">
                <a:solidFill>
                  <a:srgbClr val="2F94CE"/>
                </a:solidFill>
              </a:rPr>
              <a:t>Prabin</a:t>
            </a:r>
            <a:r>
              <a:rPr lang="en-US" dirty="0" smtClean="0">
                <a:solidFill>
                  <a:srgbClr val="2F94CE"/>
                </a:solidFill>
              </a:rPr>
              <a:t> Shrestha</a:t>
            </a:r>
            <a:endParaRPr lang="ru-RU" dirty="0">
              <a:solidFill>
                <a:srgbClr val="2F94C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89485" y="2461769"/>
            <a:ext cx="29190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2F94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Mid-term defense</a:t>
            </a:r>
            <a:endParaRPr lang="ru-RU" sz="2800" dirty="0">
              <a:solidFill>
                <a:srgbClr val="2F94C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651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2849" y="1677012"/>
            <a:ext cx="6470813" cy="388077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financial management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mobile app + web-based admin panel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daily transactions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 spending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budgets &amp; review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Promote financial literacy &amp; smart decision-making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29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0100"/>
            <a:ext cx="12192000" cy="604910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02075" y="0"/>
            <a:ext cx="453842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  <a:endParaRPr lang="en-US" sz="4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71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7116" y="1441939"/>
            <a:ext cx="3358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endParaRPr lang="en-US" sz="4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38956" y="2694967"/>
            <a:ext cx="3068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Forget password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987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11301" y="659395"/>
            <a:ext cx="288572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Remaining</a:t>
            </a:r>
            <a:endParaRPr lang="en-US" sz="4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80593" y="1846385"/>
            <a:ext cx="57589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62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73863" y="694564"/>
            <a:ext cx="37561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faced</a:t>
            </a:r>
            <a:endParaRPr lang="en-US" sz="4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33346" y="2013439"/>
            <a:ext cx="6251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having enough knowledge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271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6371" y="633019"/>
            <a:ext cx="357181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</p:txBody>
      </p:sp>
    </p:spTree>
    <p:extLst>
      <p:ext uri="{BB962C8B-B14F-4D97-AF65-F5344CB8AC3E}">
        <p14:creationId xmlns:p14="http://schemas.microsoft.com/office/powerpoint/2010/main" val="40480680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69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Times New Roman</vt:lpstr>
      <vt:lpstr>Trebuchet MS</vt:lpstr>
      <vt:lpstr>Wingdings</vt:lpstr>
      <vt:lpstr>Wingdings 3</vt:lpstr>
      <vt:lpstr>Facet</vt:lpstr>
      <vt:lpstr>FinTrack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FinTrack</dc:title>
  <dc:creator>Dell</dc:creator>
  <cp:lastModifiedBy>Dell</cp:lastModifiedBy>
  <cp:revision>4</cp:revision>
  <dcterms:created xsi:type="dcterms:W3CDTF">2025-11-16T16:08:09Z</dcterms:created>
  <dcterms:modified xsi:type="dcterms:W3CDTF">2025-11-17T02:08:02Z</dcterms:modified>
</cp:coreProperties>
</file>