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64959" y="817686"/>
            <a:ext cx="8915399" cy="2262781"/>
          </a:xfrm>
        </p:spPr>
        <p:txBody>
          <a:bodyPr>
            <a:normAutofit fontScale="90000"/>
          </a:bodyPr>
          <a:lstStyle/>
          <a:p>
            <a:r>
              <a:rPr lang="en-US" b="1" dirty="0" err="1" smtClean="0"/>
              <a:t>FinTrack</a:t>
            </a:r>
            <a:r>
              <a:rPr lang="en-US" b="1" dirty="0" smtClean="0"/>
              <a:t> – Smart Income and Expense Management System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8466993" y="3273898"/>
            <a:ext cx="30421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Presentation by </a:t>
            </a:r>
          </a:p>
          <a:p>
            <a:r>
              <a:rPr lang="en-US" dirty="0" err="1" smtClean="0"/>
              <a:t>Sangm</a:t>
            </a:r>
            <a:r>
              <a:rPr lang="en-US" dirty="0" smtClean="0"/>
              <a:t> </a:t>
            </a:r>
            <a:r>
              <a:rPr lang="en-US" dirty="0" err="1" smtClean="0"/>
              <a:t>Subedi</a:t>
            </a:r>
            <a:endParaRPr lang="en-US" dirty="0" smtClean="0"/>
          </a:p>
          <a:p>
            <a:r>
              <a:rPr lang="en-US" dirty="0" smtClean="0"/>
              <a:t>Amit </a:t>
            </a:r>
            <a:r>
              <a:rPr lang="en-US" dirty="0" err="1" smtClean="0"/>
              <a:t>Baral</a:t>
            </a:r>
            <a:r>
              <a:rPr lang="en-US" dirty="0" smtClean="0"/>
              <a:t> </a:t>
            </a:r>
          </a:p>
          <a:p>
            <a:r>
              <a:rPr lang="en-US" dirty="0" err="1" smtClean="0"/>
              <a:t>Prabin</a:t>
            </a:r>
            <a:r>
              <a:rPr lang="en-US" dirty="0" smtClean="0"/>
              <a:t> Shrestha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547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49869" y="1134208"/>
            <a:ext cx="56270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82815" y="2171699"/>
            <a:ext cx="74295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Comprehensive financial management 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Combines mobile app + web-based admin panel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Features: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Log daily transactions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Categorize spending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Set budgets &amp; review reports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Goal: Promote financial literacy &amp; smart decision-making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492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2230" y="1169377"/>
            <a:ext cx="83175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Background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04745" y="2079486"/>
            <a:ext cx="863404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Challenges in financial management: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Poor budgeting &amp; overspending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Manual tracking (time-consuming, error-prone)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Limited features in existing </a:t>
            </a:r>
            <a:r>
              <a:rPr lang="en-US" dirty="0" smtClean="0"/>
              <a:t>apps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 err="1"/>
              <a:t>FinTrack</a:t>
            </a:r>
            <a:r>
              <a:rPr lang="en-US" b="1" dirty="0"/>
              <a:t> Solution</a:t>
            </a:r>
            <a:r>
              <a:rPr lang="en-US" b="1" dirty="0" smtClean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Cloud-based, mobile-first </a:t>
            </a:r>
            <a:r>
              <a:rPr lang="en-US" dirty="0" smtClean="0"/>
              <a:t>platform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Receipt management (photo uploads</a:t>
            </a:r>
            <a:r>
              <a:rPr lang="en-US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Smart recommendations for better savings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1762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98277" y="931985"/>
            <a:ext cx="67964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26726" y="2083776"/>
            <a:ext cx="84933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Difficulty maintaining income/expense </a:t>
            </a:r>
            <a:r>
              <a:rPr lang="en-US" dirty="0" smtClean="0"/>
              <a:t>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Current tools: complex, expensive, or </a:t>
            </a:r>
            <a:r>
              <a:rPr lang="en-US" dirty="0" smtClean="0"/>
              <a:t>limited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Manual methods lack real-time updates</a:t>
            </a:r>
          </a:p>
        </p:txBody>
      </p:sp>
    </p:spTree>
    <p:extLst>
      <p:ext uri="{BB962C8B-B14F-4D97-AF65-F5344CB8AC3E}">
        <p14:creationId xmlns:p14="http://schemas.microsoft.com/office/powerpoint/2010/main" val="4281327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08231" y="1090246"/>
            <a:ext cx="32179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/>
              <a:t>Objectives</a:t>
            </a:r>
            <a:endParaRPr lang="en-US" sz="40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2945423" y="2136530"/>
            <a:ext cx="64183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Simple mobile app for tracking </a:t>
            </a:r>
            <a:r>
              <a:rPr lang="en-US" dirty="0" smtClean="0"/>
              <a:t>income/expenses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Family expense sharing for </a:t>
            </a:r>
            <a:r>
              <a:rPr lang="en-US" dirty="0" smtClean="0"/>
              <a:t>transparency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AI-powered spending analysis &amp; </a:t>
            </a:r>
            <a:r>
              <a:rPr lang="en-US" dirty="0" smtClean="0"/>
              <a:t>advice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Secure admin panel for user &amp; system management</a:t>
            </a:r>
          </a:p>
        </p:txBody>
      </p:sp>
    </p:spTree>
    <p:extLst>
      <p:ext uri="{BB962C8B-B14F-4D97-AF65-F5344CB8AC3E}">
        <p14:creationId xmlns:p14="http://schemas.microsoft.com/office/powerpoint/2010/main" val="113873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47646" y="738554"/>
            <a:ext cx="63744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64269" y="2250831"/>
            <a:ext cx="7086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Agile Development </a:t>
            </a:r>
            <a:r>
              <a:rPr lang="en-US" sz="2000" b="1" dirty="0" smtClean="0"/>
              <a:t>Approach</a:t>
            </a:r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188210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02723" y="1134208"/>
            <a:ext cx="33674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Gantt Chart</a:t>
            </a: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2641161" y="2100752"/>
            <a:ext cx="7540332" cy="3033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319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22531" y="694592"/>
            <a:ext cx="65326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17884" y="1793630"/>
            <a:ext cx="98561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Mobile Application (income &amp; expense logging)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Manual (end-user guidance)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Documentation Report (design, implementation, testing)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938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60885" y="2409092"/>
            <a:ext cx="564466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 smtClean="0"/>
              <a:t>Thank You! </a:t>
            </a:r>
            <a:r>
              <a:rPr lang="en-US" sz="6600" b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</a:t>
            </a:r>
            <a:endParaRPr lang="en-US" sz="6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3942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59</TotalTime>
  <Words>168</Words>
  <Application>Microsoft Office PowerPoint</Application>
  <PresentationFormat>Widescreen</PresentationFormat>
  <Paragraphs>40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Century Gothic</vt:lpstr>
      <vt:lpstr>Wingdings</vt:lpstr>
      <vt:lpstr>Wingdings 3</vt:lpstr>
      <vt:lpstr>Wisp</vt:lpstr>
      <vt:lpstr>FinTrack – Smart Income and Expense Management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FinTrack – Smart Income and Expense Management System</dc:title>
  <dc:creator>Dell</dc:creator>
  <cp:lastModifiedBy>Dell</cp:lastModifiedBy>
  <cp:revision>4</cp:revision>
  <dcterms:created xsi:type="dcterms:W3CDTF">2025-09-25T00:40:54Z</dcterms:created>
  <dcterms:modified xsi:type="dcterms:W3CDTF">2025-09-25T01:40:28Z</dcterms:modified>
</cp:coreProperties>
</file>